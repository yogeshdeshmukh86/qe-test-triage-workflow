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Deshmukh" userId="e103b8078635df34" providerId="LiveId" clId="{6EC725D5-6BDB-4460-B333-567B90C648EE}"/>
    <pc:docChg chg="custSel addSld modSld modNotesMaster">
      <pc:chgData name="yogesh Deshmukh" userId="e103b8078635df34" providerId="LiveId" clId="{6EC725D5-6BDB-4460-B333-567B90C648EE}" dt="2026-10-06T23:44:42.744" v="98" actId="20577"/>
      <pc:docMkLst>
        <pc:docMk/>
      </pc:docMkLst>
      <pc:sldChg chg="addSp delSp modSp mod">
        <pc:chgData name="yogesh Deshmukh" userId="e103b8078635df34" providerId="LiveId" clId="{6EC725D5-6BDB-4460-B333-567B90C648EE}" dt="2026-10-06T23:39:47.067" v="12" actId="26606"/>
        <pc:sldMkLst>
          <pc:docMk/>
          <pc:sldMk cId="0" sldId="256"/>
        </pc:sldMkLst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56"/>
            <ac:spMk id="17" creationId="{00000000-0000-0000-0000-000000000000}"/>
          </ac:spMkLst>
        </pc:spChg>
        <pc:spChg chg="add del mod">
          <ac:chgData name="yogesh Deshmukh" userId="e103b8078635df34" providerId="LiveId" clId="{6EC725D5-6BDB-4460-B333-567B90C648EE}" dt="2026-10-06T23:39:47.067" v="12" actId="26606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">
        <pc:chgData name="yogesh Deshmukh" userId="e103b8078635df34" providerId="LiveId" clId="{6EC725D5-6BDB-4460-B333-567B90C648EE}" dt="2026-10-06T23:39:57.528" v="20" actId="20577"/>
        <pc:sldMkLst>
          <pc:docMk/>
          <pc:sldMk cId="0" sldId="257"/>
        </pc:sldMkLst>
        <pc:spChg chg="mod">
          <ac:chgData name="yogesh Deshmukh" userId="e103b8078635df34" providerId="LiveId" clId="{6EC725D5-6BDB-4460-B333-567B90C648EE}" dt="2026-10-06T23:39:57.528" v="20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57"/>
            <ac:spMk id="20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57"/>
            <ac:spMk id="21" creationId="{00000000-0000-0000-0000-000000000000}"/>
          </ac:spMkLst>
        </pc:spChg>
      </pc:sldChg>
      <pc:sldChg chg="addSp delSp modSp mod">
        <pc:chgData name="yogesh Deshmukh" userId="e103b8078635df34" providerId="LiveId" clId="{6EC725D5-6BDB-4460-B333-567B90C648EE}" dt="2026-10-06T23:41:39.699" v="56" actId="20577"/>
        <pc:sldMkLst>
          <pc:docMk/>
          <pc:sldMk cId="0" sldId="258"/>
        </pc:sldMkLst>
        <pc:spChg chg="mod">
          <ac:chgData name="yogesh Deshmukh" userId="e103b8078635df34" providerId="LiveId" clId="{6EC725D5-6BDB-4460-B333-567B90C648EE}" dt="2026-10-06T23:40:12.272" v="33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yogesh Deshmukh" userId="e103b8078635df34" providerId="LiveId" clId="{6EC725D5-6BDB-4460-B333-567B90C648EE}" dt="2026-10-06T23:41:39.699" v="56" actId="20577"/>
          <ac:spMkLst>
            <pc:docMk/>
            <pc:sldMk cId="0" sldId="258"/>
            <ac:spMk id="35" creationId="{00000000-0000-0000-0000-000000000000}"/>
          </ac:spMkLst>
        </pc:spChg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58"/>
            <ac:spMk id="36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58"/>
            <ac:spMk id="37" creationId="{00000000-0000-0000-0000-000000000000}"/>
          </ac:spMkLst>
        </pc:spChg>
      </pc:sldChg>
      <pc:sldChg chg="addSp delSp mod">
        <pc:chgData name="yogesh Deshmukh" userId="e103b8078635df34" providerId="LiveId" clId="{6EC725D5-6BDB-4460-B333-567B90C648EE}" dt="2026-10-06T23:39:47.067" v="12" actId="26606"/>
        <pc:sldMkLst>
          <pc:docMk/>
          <pc:sldMk cId="0" sldId="259"/>
        </pc:sldMkLst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59"/>
            <ac:spMk id="21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59"/>
            <ac:spMk id="22" creationId="{00000000-0000-0000-0000-000000000000}"/>
          </ac:spMkLst>
        </pc:spChg>
      </pc:sldChg>
      <pc:sldChg chg="addSp delSp modSp mod">
        <pc:chgData name="yogesh Deshmukh" userId="e103b8078635df34" providerId="LiveId" clId="{6EC725D5-6BDB-4460-B333-567B90C648EE}" dt="2026-10-06T23:40:26.626" v="43" actId="20577"/>
        <pc:sldMkLst>
          <pc:docMk/>
          <pc:sldMk cId="0" sldId="260"/>
        </pc:sldMkLst>
        <pc:spChg chg="mod">
          <ac:chgData name="yogesh Deshmukh" userId="e103b8078635df34" providerId="LiveId" clId="{6EC725D5-6BDB-4460-B333-567B90C648EE}" dt="2026-10-06T23:40:26.626" v="43" actId="20577"/>
          <ac:spMkLst>
            <pc:docMk/>
            <pc:sldMk cId="0" sldId="260"/>
            <ac:spMk id="3" creationId="{00000000-0000-0000-0000-000000000000}"/>
          </ac:spMkLst>
        </pc:spChg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60"/>
            <ac:spMk id="17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60"/>
            <ac:spMk id="18" creationId="{00000000-0000-0000-0000-000000000000}"/>
          </ac:spMkLst>
        </pc:spChg>
      </pc:sldChg>
      <pc:sldChg chg="addSp delSp modSp mod">
        <pc:chgData name="yogesh Deshmukh" userId="e103b8078635df34" providerId="LiveId" clId="{6EC725D5-6BDB-4460-B333-567B90C648EE}" dt="2026-10-06T23:40:43.381" v="51" actId="20577"/>
        <pc:sldMkLst>
          <pc:docMk/>
          <pc:sldMk cId="0" sldId="261"/>
        </pc:sldMkLst>
        <pc:spChg chg="mod">
          <ac:chgData name="yogesh Deshmukh" userId="e103b8078635df34" providerId="LiveId" clId="{6EC725D5-6BDB-4460-B333-567B90C648EE}" dt="2026-10-06T23:40:43.381" v="51" actId="20577"/>
          <ac:spMkLst>
            <pc:docMk/>
            <pc:sldMk cId="0" sldId="261"/>
            <ac:spMk id="3" creationId="{00000000-0000-0000-0000-000000000000}"/>
          </ac:spMkLst>
        </pc:spChg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61"/>
            <ac:spMk id="16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61"/>
            <ac:spMk id="17" creationId="{00000000-0000-0000-0000-000000000000}"/>
          </ac:spMkLst>
        </pc:spChg>
      </pc:sldChg>
      <pc:sldChg chg="addSp delSp modSp mod">
        <pc:chgData name="yogesh Deshmukh" userId="e103b8078635df34" providerId="LiveId" clId="{6EC725D5-6BDB-4460-B333-567B90C648EE}" dt="2026-10-06T23:39:47.067" v="12" actId="26606"/>
        <pc:sldMkLst>
          <pc:docMk/>
          <pc:sldMk cId="0" sldId="262"/>
        </pc:sldMkLst>
        <pc:spChg chg="mod">
          <ac:chgData name="yogesh Deshmukh" userId="e103b8078635df34" providerId="LiveId" clId="{6EC725D5-6BDB-4460-B333-567B90C648EE}" dt="2026-10-06T23:39:46.100" v="11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62"/>
            <ac:spMk id="30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62"/>
            <ac:spMk id="31" creationId="{00000000-0000-0000-0000-000000000000}"/>
          </ac:spMkLst>
        </pc:spChg>
      </pc:sldChg>
      <pc:sldChg chg="addSp delSp mod">
        <pc:chgData name="yogesh Deshmukh" userId="e103b8078635df34" providerId="LiveId" clId="{6EC725D5-6BDB-4460-B333-567B90C648EE}" dt="2026-10-06T23:39:47.067" v="12" actId="26606"/>
        <pc:sldMkLst>
          <pc:docMk/>
          <pc:sldMk cId="0" sldId="263"/>
        </pc:sldMkLst>
        <pc:spChg chg="add">
          <ac:chgData name="yogesh Deshmukh" userId="e103b8078635df34" providerId="LiveId" clId="{6EC725D5-6BDB-4460-B333-567B90C648EE}" dt="2026-10-06T23:37:46.333" v="0" actId="26606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yogesh Deshmukh" userId="e103b8078635df34" providerId="LiveId" clId="{6EC725D5-6BDB-4460-B333-567B90C648EE}" dt="2026-10-06T23:39:47.067" v="12" actId="26606"/>
          <ac:spMkLst>
            <pc:docMk/>
            <pc:sldMk cId="0" sldId="263"/>
            <ac:spMk id="6" creationId="{00000000-0000-0000-0000-000000000000}"/>
          </ac:spMkLst>
        </pc:spChg>
      </pc:sldChg>
      <pc:sldChg chg="modSp add mod">
        <pc:chgData name="yogesh Deshmukh" userId="e103b8078635df34" providerId="LiveId" clId="{6EC725D5-6BDB-4460-B333-567B90C648EE}" dt="2026-10-06T23:44:42.744" v="98" actId="20577"/>
        <pc:sldMkLst>
          <pc:docMk/>
          <pc:sldMk cId="0" sldId="264"/>
        </pc:sldMkLst>
        <pc:graphicFrameChg chg="mod modGraphic">
          <ac:chgData name="yogesh Deshmukh" userId="e103b8078635df34" providerId="LiveId" clId="{6EC725D5-6BDB-4460-B333-567B90C648EE}" dt="2026-10-06T23:44:42.744" v="98" actId="20577"/>
          <ac:graphicFrameMkLst>
            <pc:docMk/>
            <pc:sldMk cId="0" sldId="264"/>
            <ac:graphicFrameMk id="2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74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every QE team has failures nobody looks at until it is too late. This pipeline fixes that. About 7 minutes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pain: manual log digging, burying critical failures, inconsistent severity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n8n canvas. Extract and Classify each use an LLM with a structured output parser, which keeps results machine-readable.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High: Jira Task (title prefixed Bug:) in active sprint with Markdown spec (test ID, root cause, fix action), Slack alert, Airtable log. Medium: Slack plus Airtable. Low or flaky: Airtable only for pattern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was a PowerShell Invoke-RestMethod POST of a JVM OutOfMemoryError. Speed figure comes from the demo runs. Note that the sample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first, then limits. Out of scope by design: auto-fixing code and non-JSON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 duplicate detection and CI/CD integration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73152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AUTOMATION PIPELINE  |  VOLTA COFFEE ROASTERS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Triage, Automated.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faster. Route instantly. Trace every failure.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failure classification that cuts Mean Time to Detect and builds an automatic audit trail for every test run.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3832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 txBox="1"/>
          <p:nvPr/>
        </p:nvSpPr>
        <p:spPr>
          <a:xfrm>
            <a:off x="34747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escalation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to Jira in seconds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3832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 txBox="1"/>
          <p:nvPr/>
        </p:nvSpPr>
        <p:spPr>
          <a:xfrm>
            <a:off x="62179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 and traceable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n8n  •  LLM (OpenRouter)  •  Jira  •  Slack  •  Airtable</a:t>
            </a:r>
            <a:endParaRPr lang="en-US" sz="1100" dirty="0"/>
          </a:p>
        </p:txBody>
      </p:sp>
      <p:sp>
        <p:nvSpPr>
          <p:cNvPr id="17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94A3B8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 &amp; CONTEXT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the Hidden Bottleneck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4572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 digging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read stack traces across test runs by hand, burning hours before any fix starts.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failures buried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and DB timeouts sit among noisy, flaky results, so escalation is delayed.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457200" cy="548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 txBox="1"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ownership depend on who happens to look, and nothing is logged for trends.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6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 intake, classification and routing of every failure, with Mean Time to Detect reduced.</a:t>
            </a:r>
            <a:endParaRPr lang="en-US" sz="1300" dirty="0"/>
          </a:p>
        </p:txBody>
      </p:sp>
      <p:sp>
        <p:nvSpPr>
          <p:cNvPr id="20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HIGH-LEVEL WORKFLOW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Webhook, Two AI Steps, Three Routes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 txBox="1"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JSON test payload: run, app, error, stack trace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176272" y="164592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2313432" y="178308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 txBox="1"/>
          <p:nvPr/>
        </p:nvSpPr>
        <p:spPr>
          <a:xfrm>
            <a:off x="231343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313432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313432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and maps fields for the AI steps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39312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803904" y="164592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6"/>
          <p:cNvSpPr/>
          <p:nvPr/>
        </p:nvSpPr>
        <p:spPr>
          <a:xfrm>
            <a:off x="3941064" y="17830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 txBox="1"/>
          <p:nvPr/>
        </p:nvSpPr>
        <p:spPr>
          <a:xfrm>
            <a:off x="3941064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941064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941064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pulls root cause, failure domain, failing component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266944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431536" y="164592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2"/>
          <p:cNvSpPr/>
          <p:nvPr/>
        </p:nvSpPr>
        <p:spPr>
          <a:xfrm>
            <a:off x="5568696" y="178308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3"/>
          <p:cNvSpPr txBox="1"/>
          <p:nvPr/>
        </p:nvSpPr>
        <p:spPr>
          <a:xfrm>
            <a:off x="5568696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568696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568696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assigns Priority and Severity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894576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</a:rPr>
              <a:t>›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059168" y="164592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Shape 28"/>
          <p:cNvSpPr/>
          <p:nvPr/>
        </p:nvSpPr>
        <p:spPr>
          <a:xfrm>
            <a:off x="7196328" y="178308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29"/>
          <p:cNvSpPr txBox="1"/>
          <p:nvPr/>
        </p:nvSpPr>
        <p:spPr>
          <a:xfrm>
            <a:off x="719632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196328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196328" y="26517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switch sends each failure to its action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6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 |  KEY OUTPUTS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Decides Where Each Failure Goes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91440" cy="7315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 txBox="1"/>
          <p:nvPr/>
        </p:nvSpPr>
        <p:spPr>
          <a:xfrm>
            <a:off x="82296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1600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Task titled "Bug: …" in active sprint + Slack alert + Airtable log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20299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OutOfMemoryError, DB timeout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 txBox="1"/>
          <p:nvPr/>
        </p:nvSpPr>
        <p:spPr>
          <a:xfrm>
            <a:off x="822960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26517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 for team triage + Airtable log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0815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look, not an emergency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91440" cy="7315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 txBox="1"/>
          <p:nvPr/>
        </p:nvSpPr>
        <p:spPr>
          <a:xfrm>
            <a:off x="822960" y="3566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FLAKY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3703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Airtable log for flakiness analytics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834640" y="4133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data, no noise</a:t>
            </a:r>
            <a:endParaRPr lang="en-US" sz="1100" dirty="0"/>
          </a:p>
        </p:txBody>
      </p:sp>
      <p:sp>
        <p:nvSpPr>
          <p:cNvPr id="21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110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Node Routing Rules</a:t>
            </a:r>
            <a:endParaRPr lang="en-US" sz="2800"/>
          </a:p>
        </p:txBody>
      </p:sp>
      <p:sp>
        <p:nvSpPr>
          <p:cNvPr id="21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442675"/>
              </p:ext>
            </p:extLst>
          </p:nvPr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 (first match wins)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Route to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Priority is High OR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severity is High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F172A"/>
                          </a:solidFill>
                          <a:latin typeface="Calibri"/>
                        </a:rPr>
                        <a:t>Jira </a:t>
                      </a:r>
                      <a:r>
                        <a:rPr lang="en-GB" sz="1300" b="0" dirty="0">
                          <a:solidFill>
                            <a:srgbClr val="0F172A"/>
                          </a:solidFill>
                          <a:latin typeface="Calibri"/>
                        </a:rPr>
                        <a:t>ticket creation with bug label</a:t>
                      </a:r>
                      <a:endParaRPr sz="1300" b="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Rule 1 does not match, AND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priority or severity is Medium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dirty="0">
                          <a:solidFill>
                            <a:srgbClr val="0F172A"/>
                          </a:solidFill>
                          <a:latin typeface="Calibri"/>
                        </a:rPr>
                        <a:t>Slack &amp; </a:t>
                      </a:r>
                      <a:r>
                        <a:rPr sz="1300" b="0" dirty="0" err="1">
                          <a:solidFill>
                            <a:srgbClr val="0F172A"/>
                          </a:solidFill>
                          <a:latin typeface="Calibri"/>
                        </a:rPr>
                        <a:t>Airtable</a:t>
                      </a:r>
                      <a:endParaRPr sz="1300" b="0" dirty="0">
                        <a:solidFill>
                          <a:srgbClr val="0F172A"/>
                        </a:solidFill>
                        <a:latin typeface="Calibri"/>
                      </a:endParaRP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Otherwise (including Low or Flaky)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Airtable Flaky Tracker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dirty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46304" marR="146304" marT="91440" marB="91440" anchor="ctr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 INSIGHTS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Simulated Failure Payloads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4"/>
          <p:cNvSpPr txBox="1"/>
          <p:nvPr/>
        </p:nvSpPr>
        <p:spPr>
          <a:xfrm>
            <a:off x="7315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target: every webhook payload processed, no manual step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 txBox="1"/>
          <p:nvPr/>
        </p:nvSpPr>
        <p:spPr>
          <a:xfrm>
            <a:off x="34747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assigned to fatal JVM crash (OutOfMemoryError) and escalated to Jira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 txBox="1"/>
          <p:nvPr/>
        </p:nvSpPr>
        <p:spPr>
          <a:xfrm>
            <a:off x="621792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webhook to Jira ticket in demo runs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 txBox="1"/>
          <p:nvPr/>
        </p:nvSpPr>
        <p:spPr>
          <a:xfrm>
            <a:off x="77724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Invoke-RestMethod -Uri "http://localhost:5678/webhook/..." -Method POST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-Body '{ "test_case_id": "TC-CRASH-001", "error_type": "java.lang.OutOfMemoryError" }'</a:t>
            </a:r>
            <a:endParaRPr lang="en-US" sz="1100" dirty="0"/>
          </a:p>
        </p:txBody>
      </p:sp>
      <p:sp>
        <p:nvSpPr>
          <p:cNvPr id="17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CONCLUSION &amp; LIMITS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Start, Honest Boundaries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manual effort for first-pass triage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Consistent, rich Jira tickets in Markdown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 of every run in Airtable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failures reach engineers immediately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46304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4572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 txBox="1"/>
          <p:nvPr/>
        </p:nvSpPr>
        <p:spPr>
          <a:xfrm>
            <a:off x="48463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19456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duplicate-ticket check yet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Depends on valid LLM structured 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webhook connectivity; JSON only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Tested on a small simulated sample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2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pipeline turns triage from a chore into an automatic, auditable step.</a:t>
            </a:r>
            <a:endParaRPr lang="en-US" sz="1300" dirty="0"/>
          </a:p>
        </p:txBody>
      </p:sp>
      <p:sp>
        <p:nvSpPr>
          <p:cNvPr id="16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CAN BE ENHANCED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Make It Production-Ready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4"/>
          <p:cNvSpPr/>
          <p:nvPr/>
        </p:nvSpPr>
        <p:spPr>
          <a:xfrm>
            <a:off x="731520" y="164592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 txBox="1"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Jira before creating, comment on existing tickets instead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 txBox="1"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runners (Jenkins, GitHub Actions) beyond simulated payloads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2"/>
          <p:cNvSpPr/>
          <p:nvPr/>
        </p:nvSpPr>
        <p:spPr>
          <a:xfrm>
            <a:off x="6217920" y="16459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3"/>
          <p:cNvSpPr txBox="1"/>
          <p:nvPr/>
        </p:nvSpPr>
        <p:spPr>
          <a:xfrm>
            <a:off x="62179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and fallback when LLM output or APIs fail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6"/>
          <p:cNvSpPr/>
          <p:nvPr/>
        </p:nvSpPr>
        <p:spPr>
          <a:xfrm>
            <a:off x="731520" y="32461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7"/>
          <p:cNvSpPr txBox="1"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and flakiness reports built on Airtable 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Shape 20"/>
          <p:cNvSpPr/>
          <p:nvPr/>
        </p:nvSpPr>
        <p:spPr>
          <a:xfrm>
            <a:off x="3474720" y="32461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Text 21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47472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classification against labelled failures and tune prompts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4"/>
          <p:cNvSpPr/>
          <p:nvPr/>
        </p:nvSpPr>
        <p:spPr>
          <a:xfrm>
            <a:off x="6217920" y="32461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Text 25"/>
          <p:cNvSpPr txBox="1"/>
          <p:nvPr/>
        </p:nvSpPr>
        <p:spPr>
          <a:xfrm>
            <a:off x="62179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loop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engineers correct severity to improve results</a:t>
            </a:r>
            <a:endParaRPr lang="en-US" sz="1200" dirty="0"/>
          </a:p>
        </p:txBody>
      </p:sp>
      <p:sp>
        <p:nvSpPr>
          <p:cNvPr id="30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75569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731520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5" name="Author footer"/>
          <p:cNvSpPr txBox="1"/>
          <p:nvPr/>
        </p:nvSpPr>
        <p:spPr>
          <a:xfrm>
            <a:off x="548640" y="48280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94A3B8"/>
                </a:solidFill>
                <a:latin typeface="Calibri"/>
              </a:rPr>
              <a:t>Author: yogesh Deshmukh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842</Words>
  <Application>Microsoft Office PowerPoint</Application>
  <PresentationFormat>On-screen Show (16:9)</PresentationFormat>
  <Paragraphs>136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yogesh Deshmukh</cp:lastModifiedBy>
  <cp:revision>1</cp:revision>
  <dcterms:created xsi:type="dcterms:W3CDTF">2026-10-06T23:32:53Z</dcterms:created>
  <dcterms:modified xsi:type="dcterms:W3CDTF">2026-10-06T23:44:46Z</dcterms:modified>
</cp:coreProperties>
</file>